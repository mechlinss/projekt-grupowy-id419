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6" r:id="rId10"/>
    <p:sldId id="267" r:id="rId11"/>
    <p:sldId id="268" r:id="rId12"/>
    <p:sldId id="264" r:id="rId13"/>
    <p:sldId id="265" r:id="rId14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rostokąt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Prostokąt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Prostokąt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Prostokąt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Prostokąt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Prostokąt zaokrąglony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Prostokąt zaokrąglony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Prostokąt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Prostokąt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Prostokąt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Prostokąt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ytuł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9" name="Podtytuł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l-PL" smtClean="0"/>
              <a:t>Kliknij, aby edytować styl wzorca podtytułu</a:t>
            </a:r>
            <a:endParaRPr kumimoji="0" lang="en-US"/>
          </a:p>
        </p:txBody>
      </p:sp>
      <p:sp>
        <p:nvSpPr>
          <p:cNvPr id="28" name="Symbol zastępczy daty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9E003EC2-9A5A-4871-BBC4-8BBBB2AF8FEE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17" name="Symbol zastępczy stopki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pl-PL"/>
          </a:p>
        </p:txBody>
      </p:sp>
      <p:sp>
        <p:nvSpPr>
          <p:cNvPr id="29" name="Symbol zastępczy numeru slajdu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6648B01-3E87-4841-BA26-23507736DD9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3EC2-9A5A-4871-BBC4-8BBBB2AF8FEE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8B01-3E87-4841-BA26-23507736DD9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3EC2-9A5A-4871-BBC4-8BBBB2AF8FEE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8B01-3E87-4841-BA26-23507736DD9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3EC2-9A5A-4871-BBC4-8BBBB2AF8FEE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8B01-3E87-4841-BA26-23507736DD9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5" name="Symbol zastępczy zawartości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26" name="Symbol zastępczy daty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E003EC2-9A5A-4871-BBC4-8BBBB2AF8FEE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27" name="Symbol zastępczy numeru slajd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6648B01-3E87-4841-BA26-23507736DD93}" type="slidenum">
              <a:rPr lang="pl-PL" smtClean="0"/>
              <a:t>‹#›</a:t>
            </a:fld>
            <a:endParaRPr lang="pl-PL"/>
          </a:p>
        </p:txBody>
      </p:sp>
      <p:sp>
        <p:nvSpPr>
          <p:cNvPr id="28" name="Symbol zastępczy stopki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9E003EC2-9A5A-4871-BBC4-8BBBB2AF8FEE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66648B01-3E87-4841-BA26-23507736DD9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3EC2-9A5A-4871-BBC4-8BBBB2AF8FEE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8B01-3E87-4841-BA26-23507736DD9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3EC2-9A5A-4871-BBC4-8BBBB2AF8FEE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8B01-3E87-4841-BA26-23507736DD9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l-PL" smtClean="0"/>
              <a:t>Kliknij ikonę, aby dodać obraz</a:t>
            </a:r>
            <a:endParaRPr kumimoji="0" lang="en-US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3EC2-9A5A-4871-BBC4-8BBBB2AF8FEE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8B01-3E87-4841-BA26-23507736DD9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3EC2-9A5A-4871-BBC4-8BBBB2AF8FEE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8B01-3E87-4841-BA26-23507736DD9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3EC2-9A5A-4871-BBC4-8BBBB2AF8FEE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8B01-3E87-4841-BA26-23507736DD9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rostokąt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Prostokąt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Prostokąt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Prostokąt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Prostokąt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Prostokąt zaokrąglony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Prostokąt zaokrąglony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Prostokąt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Prostokąt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Prostokąt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Prostokąt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Prostokąt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Prostokąt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Symbol zastępczy tytułu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13" name="Symbol zastępczy tekstu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  <a:p>
            <a:pPr lvl="1" eaLnBrk="1" latinLnBrk="0" hangingPunct="1"/>
            <a:r>
              <a:rPr kumimoji="0" lang="pl-PL" smtClean="0"/>
              <a:t>Drugi poziom</a:t>
            </a:r>
          </a:p>
          <a:p>
            <a:pPr lvl="2" eaLnBrk="1" latinLnBrk="0" hangingPunct="1"/>
            <a:r>
              <a:rPr kumimoji="0" lang="pl-PL" smtClean="0"/>
              <a:t>Trzeci poziom</a:t>
            </a:r>
          </a:p>
          <a:p>
            <a:pPr lvl="3" eaLnBrk="1" latinLnBrk="0" hangingPunct="1"/>
            <a:r>
              <a:rPr kumimoji="0" lang="pl-PL" smtClean="0"/>
              <a:t>Czwarty poziom</a:t>
            </a:r>
          </a:p>
          <a:p>
            <a:pPr lvl="4" eaLnBrk="1" latinLnBrk="0" hangingPunct="1"/>
            <a:r>
              <a:rPr kumimoji="0" lang="pl-PL" smtClean="0"/>
              <a:t>Piąty poziom</a:t>
            </a:r>
            <a:endParaRPr kumimoji="0" lang="en-US"/>
          </a:p>
        </p:txBody>
      </p:sp>
      <p:sp>
        <p:nvSpPr>
          <p:cNvPr id="14" name="Symbol zastępczy daty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9E003EC2-9A5A-4871-BBC4-8BBBB2AF8FEE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l-PL"/>
          </a:p>
        </p:txBody>
      </p:sp>
      <p:sp>
        <p:nvSpPr>
          <p:cNvPr id="23" name="Symbol zastępczy numeru slajdu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66648B01-3E87-4841-BA26-23507736DD93}" type="slidenum">
              <a:rPr lang="pl-PL" smtClean="0"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Aplikacja</a:t>
            </a:r>
            <a:r>
              <a:rPr lang="en-US" dirty="0" smtClean="0"/>
              <a:t> </a:t>
            </a:r>
            <a:r>
              <a:rPr lang="en-US" dirty="0" err="1" smtClean="0"/>
              <a:t>lokalna</a:t>
            </a:r>
            <a:r>
              <a:rPr lang="en-US" dirty="0" smtClean="0"/>
              <a:t> do </a:t>
            </a:r>
            <a:r>
              <a:rPr lang="en-US" dirty="0" err="1" smtClean="0"/>
              <a:t>analizy</a:t>
            </a:r>
            <a:r>
              <a:rPr lang="en-US" dirty="0" smtClean="0"/>
              <a:t> </a:t>
            </a:r>
            <a:r>
              <a:rPr lang="en-US" dirty="0" err="1" smtClean="0"/>
              <a:t>obrazów</a:t>
            </a:r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Projekt</a:t>
            </a:r>
            <a:r>
              <a:rPr lang="en-US" dirty="0" smtClean="0"/>
              <a:t> </a:t>
            </a:r>
            <a:r>
              <a:rPr lang="en-US" dirty="0" err="1" smtClean="0"/>
              <a:t>grupowy</a:t>
            </a:r>
            <a:endParaRPr lang="en-US" dirty="0" smtClean="0"/>
          </a:p>
          <a:p>
            <a:r>
              <a:rPr lang="en-US" dirty="0" err="1" smtClean="0"/>
              <a:t>Zespół</a:t>
            </a:r>
            <a:r>
              <a:rPr lang="en-US" dirty="0" smtClean="0"/>
              <a:t>: </a:t>
            </a:r>
            <a:r>
              <a:rPr lang="en-US" dirty="0" err="1" smtClean="0"/>
              <a:t>Filip</a:t>
            </a:r>
            <a:r>
              <a:rPr lang="en-US" dirty="0" smtClean="0"/>
              <a:t> </a:t>
            </a:r>
            <a:r>
              <a:rPr lang="en-US" dirty="0" err="1" smtClean="0"/>
              <a:t>Mechliński</a:t>
            </a:r>
            <a:r>
              <a:rPr lang="en-US" dirty="0" smtClean="0"/>
              <a:t> 197755, </a:t>
            </a:r>
            <a:r>
              <a:rPr lang="en-US" dirty="0" err="1" smtClean="0"/>
              <a:t>Franciszek</a:t>
            </a:r>
            <a:r>
              <a:rPr lang="en-US" dirty="0" smtClean="0"/>
              <a:t> </a:t>
            </a:r>
            <a:r>
              <a:rPr lang="en-US" dirty="0" err="1" smtClean="0"/>
              <a:t>Kuczkowski</a:t>
            </a:r>
            <a:r>
              <a:rPr lang="en-US" dirty="0" smtClean="0"/>
              <a:t> 198115,</a:t>
            </a:r>
          </a:p>
          <a:p>
            <a:r>
              <a:rPr lang="en-US" dirty="0" err="1" smtClean="0"/>
              <a:t>Maciej</a:t>
            </a:r>
            <a:r>
              <a:rPr lang="en-US" dirty="0" smtClean="0"/>
              <a:t> </a:t>
            </a:r>
            <a:r>
              <a:rPr lang="en-US" dirty="0" err="1" smtClean="0"/>
              <a:t>Kowalczyk</a:t>
            </a:r>
            <a:r>
              <a:rPr lang="en-US" dirty="0"/>
              <a:t> </a:t>
            </a:r>
            <a:r>
              <a:rPr lang="en-US" dirty="0" smtClean="0"/>
              <a:t>198202,</a:t>
            </a:r>
          </a:p>
          <a:p>
            <a:r>
              <a:rPr lang="en-US" dirty="0" err="1" smtClean="0"/>
              <a:t>Nikodem</a:t>
            </a:r>
            <a:r>
              <a:rPr lang="en-US" dirty="0" smtClean="0"/>
              <a:t> </a:t>
            </a:r>
            <a:r>
              <a:rPr lang="en-US" dirty="0" err="1" smtClean="0"/>
              <a:t>Falkowski</a:t>
            </a:r>
            <a:r>
              <a:rPr lang="en-US" dirty="0" smtClean="0"/>
              <a:t> 198013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3730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Wprowadzenie</a:t>
            </a:r>
            <a:r>
              <a:rPr lang="en-US" dirty="0" smtClean="0"/>
              <a:t> do </a:t>
            </a:r>
            <a:r>
              <a:rPr lang="en-US" dirty="0" err="1" smtClean="0"/>
              <a:t>projektu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Cel</a:t>
            </a:r>
            <a:r>
              <a:rPr lang="en-US" dirty="0" smtClean="0"/>
              <a:t> </a:t>
            </a:r>
            <a:r>
              <a:rPr lang="en-US" dirty="0" err="1" smtClean="0"/>
              <a:t>projektu</a:t>
            </a:r>
            <a:r>
              <a:rPr lang="en-US" dirty="0" smtClean="0"/>
              <a:t>: </a:t>
            </a:r>
            <a:r>
              <a:rPr lang="en-US" dirty="0" err="1" smtClean="0"/>
              <a:t>stworzenie</a:t>
            </a:r>
            <a:r>
              <a:rPr lang="en-US" dirty="0" smtClean="0"/>
              <a:t> </a:t>
            </a:r>
            <a:r>
              <a:rPr lang="en-US" dirty="0" err="1" smtClean="0"/>
              <a:t>aplikacji</a:t>
            </a:r>
            <a:r>
              <a:rPr lang="en-US" dirty="0" smtClean="0"/>
              <a:t> </a:t>
            </a:r>
            <a:r>
              <a:rPr lang="en-US" dirty="0" err="1" smtClean="0"/>
              <a:t>lokalnej</a:t>
            </a:r>
            <a:r>
              <a:rPr lang="en-US" dirty="0" smtClean="0"/>
              <a:t> </a:t>
            </a:r>
            <a:r>
              <a:rPr lang="en-US" dirty="0" err="1" smtClean="0"/>
              <a:t>umożliwiającej</a:t>
            </a:r>
            <a:r>
              <a:rPr lang="en-US" dirty="0" smtClean="0"/>
              <a:t> </a:t>
            </a:r>
            <a:r>
              <a:rPr lang="en-US" dirty="0" err="1" smtClean="0"/>
              <a:t>zliczanie</a:t>
            </a:r>
            <a:r>
              <a:rPr lang="en-US" dirty="0" smtClean="0"/>
              <a:t> </a:t>
            </a:r>
            <a:r>
              <a:rPr lang="en-US" dirty="0" err="1" smtClean="0"/>
              <a:t>pojedyńczych</a:t>
            </a:r>
            <a:r>
              <a:rPr lang="en-US" dirty="0" smtClean="0"/>
              <a:t> </a:t>
            </a:r>
            <a:r>
              <a:rPr lang="en-US" dirty="0" err="1" smtClean="0"/>
              <a:t>kryształków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obrazie</a:t>
            </a:r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Główne</a:t>
            </a:r>
            <a:r>
              <a:rPr lang="en-US" dirty="0" smtClean="0"/>
              <a:t> </a:t>
            </a:r>
            <a:r>
              <a:rPr lang="en-US" dirty="0" err="1" smtClean="0"/>
              <a:t>funkcjonalności</a:t>
            </a:r>
            <a:r>
              <a:rPr lang="en-US" dirty="0" smtClean="0"/>
              <a:t>:</a:t>
            </a:r>
          </a:p>
          <a:p>
            <a:pPr>
              <a:buFont typeface="Courier New" pitchFamily="49" charset="0"/>
              <a:buChar char="o"/>
            </a:pPr>
            <a:r>
              <a:rPr lang="en-US" dirty="0" err="1" smtClean="0"/>
              <a:t>Wgrywanie</a:t>
            </a:r>
            <a:r>
              <a:rPr lang="en-US" dirty="0" smtClean="0"/>
              <a:t> </a:t>
            </a:r>
            <a:r>
              <a:rPr lang="en-US" dirty="0" err="1" smtClean="0"/>
              <a:t>obrazów</a:t>
            </a:r>
            <a:endParaRPr lang="en-US" dirty="0" smtClean="0"/>
          </a:p>
          <a:p>
            <a:pPr>
              <a:buFont typeface="Courier New" pitchFamily="49" charset="0"/>
              <a:buChar char="o"/>
            </a:pPr>
            <a:r>
              <a:rPr lang="en-US" dirty="0" err="1" smtClean="0"/>
              <a:t>Edycja</a:t>
            </a:r>
            <a:r>
              <a:rPr lang="en-US" dirty="0" smtClean="0"/>
              <a:t> </a:t>
            </a:r>
            <a:r>
              <a:rPr lang="en-US" dirty="0" err="1" smtClean="0"/>
              <a:t>obrazów</a:t>
            </a:r>
            <a:endParaRPr lang="en-US" dirty="0" smtClean="0"/>
          </a:p>
          <a:p>
            <a:pPr>
              <a:buFont typeface="Courier New" pitchFamily="49" charset="0"/>
              <a:buChar char="o"/>
            </a:pPr>
            <a:r>
              <a:rPr lang="en-US" dirty="0" err="1" smtClean="0"/>
              <a:t>Interfejs</a:t>
            </a:r>
            <a:r>
              <a:rPr lang="en-US" dirty="0" smtClean="0"/>
              <a:t> </a:t>
            </a:r>
            <a:r>
              <a:rPr lang="en-US" dirty="0" err="1" smtClean="0"/>
              <a:t>graficzny</a:t>
            </a:r>
            <a:endParaRPr lang="en-US" dirty="0" smtClean="0"/>
          </a:p>
          <a:p>
            <a:pPr>
              <a:buFont typeface="Courier New" pitchFamily="49" charset="0"/>
              <a:buChar char="o"/>
            </a:pPr>
            <a:r>
              <a:rPr lang="en-US" dirty="0" err="1" smtClean="0"/>
              <a:t>Zliczanie</a:t>
            </a:r>
            <a:r>
              <a:rPr lang="en-US" dirty="0" smtClean="0"/>
              <a:t> </a:t>
            </a:r>
            <a:r>
              <a:rPr lang="en-US" dirty="0" err="1" smtClean="0"/>
              <a:t>cienkich</a:t>
            </a:r>
            <a:r>
              <a:rPr lang="en-US" dirty="0" smtClean="0"/>
              <a:t> </a:t>
            </a:r>
            <a:r>
              <a:rPr lang="en-US" dirty="0" err="1" smtClean="0"/>
              <a:t>warstw</a:t>
            </a:r>
            <a:r>
              <a:rPr lang="en-US" dirty="0" smtClean="0"/>
              <a:t> </a:t>
            </a:r>
            <a:r>
              <a:rPr lang="en-US" dirty="0" err="1" smtClean="0"/>
              <a:t>diamentowych</a:t>
            </a:r>
            <a:r>
              <a:rPr lang="en-US" dirty="0" smtClean="0"/>
              <a:t> w </a:t>
            </a:r>
            <a:r>
              <a:rPr lang="en-US" dirty="0" err="1" smtClean="0"/>
              <a:t>skali</a:t>
            </a:r>
            <a:r>
              <a:rPr lang="en-US" dirty="0" smtClean="0"/>
              <a:t> </a:t>
            </a:r>
            <a:r>
              <a:rPr lang="en-US" dirty="0" err="1" smtClean="0"/>
              <a:t>szarości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87104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Technologie</a:t>
            </a:r>
            <a:r>
              <a:rPr lang="en-US" dirty="0" smtClean="0"/>
              <a:t> </a:t>
            </a:r>
            <a:r>
              <a:rPr lang="en-US" dirty="0" err="1" smtClean="0"/>
              <a:t>użyte</a:t>
            </a:r>
            <a:r>
              <a:rPr lang="en-US" dirty="0" smtClean="0"/>
              <a:t> w </a:t>
            </a:r>
            <a:r>
              <a:rPr lang="en-US" dirty="0" err="1" smtClean="0"/>
              <a:t>projekcie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.NET WPF</a:t>
            </a:r>
          </a:p>
          <a:p>
            <a:r>
              <a:rPr lang="en-US" dirty="0" smtClean="0"/>
              <a:t>Python</a:t>
            </a:r>
          </a:p>
          <a:p>
            <a:r>
              <a:rPr lang="en-US" dirty="0" err="1" smtClean="0"/>
              <a:t>OpenCV</a:t>
            </a:r>
            <a:endParaRPr lang="en-US" dirty="0" smtClean="0"/>
          </a:p>
          <a:p>
            <a:r>
              <a:rPr lang="en-US" dirty="0" err="1" smtClean="0"/>
              <a:t>Numpy</a:t>
            </a:r>
            <a:endParaRPr lang="en-US" dirty="0" smtClean="0"/>
          </a:p>
          <a:p>
            <a:r>
              <a:rPr lang="en-US" dirty="0" err="1" smtClean="0"/>
              <a:t>matplotlib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21705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.NET WPF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109728" indent="0">
              <a:buNone/>
            </a:pPr>
            <a:r>
              <a:rPr lang="en-US" dirty="0" smtClean="0"/>
              <a:t>.NET WPF </a:t>
            </a:r>
            <a:r>
              <a:rPr lang="en-US" dirty="0" err="1" smtClean="0"/>
              <a:t>został</a:t>
            </a:r>
            <a:r>
              <a:rPr lang="en-US" dirty="0" smtClean="0"/>
              <a:t> </a:t>
            </a:r>
            <a:r>
              <a:rPr lang="en-US" dirty="0" err="1" smtClean="0"/>
              <a:t>użyty</a:t>
            </a:r>
            <a:r>
              <a:rPr lang="en-US" dirty="0" smtClean="0"/>
              <a:t> do </a:t>
            </a:r>
            <a:r>
              <a:rPr lang="en-US" dirty="0" err="1" smtClean="0"/>
              <a:t>napisania</a:t>
            </a:r>
            <a:r>
              <a:rPr lang="en-US" dirty="0" smtClean="0"/>
              <a:t> </a:t>
            </a:r>
            <a:r>
              <a:rPr lang="en-US" dirty="0" err="1" smtClean="0"/>
              <a:t>lokalnej</a:t>
            </a:r>
            <a:r>
              <a:rPr lang="en-US" dirty="0" smtClean="0"/>
              <a:t> </a:t>
            </a:r>
            <a:r>
              <a:rPr lang="en-US" dirty="0" err="1" smtClean="0"/>
              <a:t>aplikacji</a:t>
            </a:r>
            <a:r>
              <a:rPr lang="en-US" dirty="0" smtClean="0"/>
              <a:t> do </a:t>
            </a:r>
            <a:r>
              <a:rPr lang="en-US" dirty="0" err="1" smtClean="0"/>
              <a:t>zliczania</a:t>
            </a:r>
            <a:r>
              <a:rPr lang="en-US" dirty="0" smtClean="0"/>
              <a:t> </a:t>
            </a:r>
            <a:r>
              <a:rPr lang="en-US" dirty="0" err="1"/>
              <a:t>pojedyńczych</a:t>
            </a:r>
            <a:r>
              <a:rPr lang="en-US" dirty="0"/>
              <a:t> </a:t>
            </a:r>
            <a:r>
              <a:rPr lang="en-US" dirty="0" err="1"/>
              <a:t>kryształków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obrazie</a:t>
            </a:r>
            <a:r>
              <a:rPr lang="en-US" dirty="0" smtClean="0"/>
              <a:t>.</a:t>
            </a:r>
          </a:p>
          <a:p>
            <a:pPr marL="109728" indent="0">
              <a:buNone/>
            </a:pPr>
            <a:endParaRPr lang="en-US" dirty="0" smtClean="0"/>
          </a:p>
          <a:p>
            <a:pPr marL="109728" indent="0">
              <a:buNone/>
            </a:pPr>
            <a:r>
              <a:rPr lang="pl-PL" dirty="0" smtClean="0"/>
              <a:t>• </a:t>
            </a:r>
            <a:r>
              <a:rPr lang="en-US" dirty="0" smtClean="0"/>
              <a:t>N</a:t>
            </a:r>
            <a:r>
              <a:rPr lang="pl-PL" dirty="0" err="1" smtClean="0"/>
              <a:t>owoczesn</a:t>
            </a:r>
            <a:r>
              <a:rPr lang="en-US" dirty="0" smtClean="0"/>
              <a:t>y</a:t>
            </a:r>
            <a:r>
              <a:rPr lang="pl-PL" dirty="0" smtClean="0"/>
              <a:t>, </a:t>
            </a:r>
            <a:r>
              <a:rPr lang="pl-PL" dirty="0" err="1" smtClean="0"/>
              <a:t>responsywn</a:t>
            </a:r>
            <a:r>
              <a:rPr lang="en-US" dirty="0" smtClean="0"/>
              <a:t>y</a:t>
            </a:r>
            <a:r>
              <a:rPr lang="pl-PL" dirty="0" smtClean="0"/>
              <a:t>, </a:t>
            </a:r>
            <a:r>
              <a:rPr lang="pl-PL" dirty="0"/>
              <a:t>łatwe do </a:t>
            </a:r>
            <a:r>
              <a:rPr lang="pl-PL" dirty="0" err="1" smtClean="0"/>
              <a:t>stylowania</a:t>
            </a:r>
            <a:r>
              <a:rPr lang="en-US" dirty="0" smtClean="0"/>
              <a:t> GUI</a:t>
            </a:r>
            <a:r>
              <a:rPr lang="pl-PL" dirty="0"/>
              <a:t/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Mocna </a:t>
            </a:r>
            <a:r>
              <a:rPr lang="pl-PL" dirty="0"/>
              <a:t>integracja z </a:t>
            </a:r>
            <a:r>
              <a:rPr lang="pl-PL" dirty="0" err="1" smtClean="0"/>
              <a:t>Windowsem</a:t>
            </a:r>
            <a:r>
              <a:rPr lang="pl-PL" dirty="0"/>
              <a:t/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Wysoka wydajność</a:t>
            </a:r>
            <a:r>
              <a:rPr lang="pl-PL" dirty="0"/>
              <a:t/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Czysta </a:t>
            </a:r>
            <a:r>
              <a:rPr lang="pl-PL" dirty="0"/>
              <a:t>architektura (MVVM – łatwiej utrzymać duże projekty)</a:t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Ogromne </a:t>
            </a:r>
            <a:r>
              <a:rPr lang="pl-PL" dirty="0"/>
              <a:t>wsparcie Microsoftu i społeczności</a:t>
            </a:r>
          </a:p>
        </p:txBody>
      </p:sp>
    </p:spTree>
    <p:extLst>
      <p:ext uri="{BB962C8B-B14F-4D97-AF65-F5344CB8AC3E}">
        <p14:creationId xmlns:p14="http://schemas.microsoft.com/office/powerpoint/2010/main" val="4004378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09728" indent="0">
              <a:buNone/>
            </a:pPr>
            <a:r>
              <a:rPr lang="en-US" dirty="0" err="1" smtClean="0"/>
              <a:t>Język</a:t>
            </a:r>
            <a:r>
              <a:rPr lang="en-US" dirty="0" smtClean="0"/>
              <a:t> </a:t>
            </a:r>
            <a:r>
              <a:rPr lang="en-US" dirty="0" err="1" smtClean="0"/>
              <a:t>programowania</a:t>
            </a:r>
            <a:r>
              <a:rPr lang="en-US" dirty="0" smtClean="0"/>
              <a:t> Python </a:t>
            </a:r>
            <a:r>
              <a:rPr lang="en-US" dirty="0" err="1" smtClean="0"/>
              <a:t>został</a:t>
            </a:r>
            <a:r>
              <a:rPr lang="en-US" dirty="0" smtClean="0"/>
              <a:t> </a:t>
            </a:r>
            <a:r>
              <a:rPr lang="en-US" dirty="0" err="1" smtClean="0"/>
              <a:t>wykorzystany</a:t>
            </a:r>
            <a:r>
              <a:rPr lang="en-US" dirty="0" smtClean="0"/>
              <a:t> do </a:t>
            </a:r>
            <a:r>
              <a:rPr lang="en-US" dirty="0" err="1" smtClean="0"/>
              <a:t>przetwarzania</a:t>
            </a:r>
            <a:r>
              <a:rPr lang="en-US" dirty="0" smtClean="0"/>
              <a:t> </a:t>
            </a:r>
            <a:r>
              <a:rPr lang="en-US" dirty="0" err="1" smtClean="0"/>
              <a:t>zdjęć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pl-PL" dirty="0" smtClean="0"/>
              <a:t>• Prosty </a:t>
            </a:r>
            <a:r>
              <a:rPr lang="pl-PL" dirty="0"/>
              <a:t>i czytelny </a:t>
            </a:r>
            <a:r>
              <a:rPr lang="pl-PL" dirty="0" smtClean="0"/>
              <a:t>język</a:t>
            </a:r>
            <a:r>
              <a:rPr lang="pl-PL" dirty="0"/>
              <a:t/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Ogrom </a:t>
            </a:r>
            <a:r>
              <a:rPr lang="pl-PL" dirty="0"/>
              <a:t>bibliotek do przetwarzania obrazu (</a:t>
            </a:r>
            <a:r>
              <a:rPr lang="pl-PL" dirty="0" err="1"/>
              <a:t>OpenCV</a:t>
            </a:r>
            <a:r>
              <a:rPr lang="pl-PL" dirty="0"/>
              <a:t>, </a:t>
            </a:r>
            <a:r>
              <a:rPr lang="pl-PL" dirty="0" err="1" smtClean="0"/>
              <a:t>NumPy</a:t>
            </a:r>
            <a:r>
              <a:rPr lang="pl-PL" dirty="0" smtClean="0"/>
              <a:t>)</a:t>
            </a:r>
            <a:r>
              <a:rPr lang="pl-PL" dirty="0"/>
              <a:t/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Dobra </a:t>
            </a:r>
            <a:r>
              <a:rPr lang="pl-PL" dirty="0"/>
              <a:t>wydajność przy wsparciu bibliotek w C/C</a:t>
            </a:r>
            <a:r>
              <a:rPr lang="pl-PL" dirty="0" smtClean="0"/>
              <a:t>++</a:t>
            </a:r>
            <a:r>
              <a:rPr lang="pl-PL" dirty="0"/>
              <a:t/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Łatwa </a:t>
            </a:r>
            <a:r>
              <a:rPr lang="pl-PL" dirty="0"/>
              <a:t>integracja z AI i uczeniem </a:t>
            </a:r>
            <a:r>
              <a:rPr lang="pl-PL" dirty="0" smtClean="0"/>
              <a:t>maszynowym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41662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Biblioteka</a:t>
            </a:r>
            <a:r>
              <a:rPr lang="en-US" dirty="0" smtClean="0"/>
              <a:t> </a:t>
            </a:r>
            <a:r>
              <a:rPr lang="en-US" dirty="0" err="1" smtClean="0"/>
              <a:t>OpenCV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err="1" smtClean="0"/>
              <a:t>Została</a:t>
            </a:r>
            <a:r>
              <a:rPr lang="en-US" dirty="0" smtClean="0"/>
              <a:t> </a:t>
            </a:r>
            <a:r>
              <a:rPr lang="en-US" dirty="0" err="1" smtClean="0"/>
              <a:t>wykorzystana</a:t>
            </a:r>
            <a:r>
              <a:rPr lang="en-US" dirty="0" smtClean="0"/>
              <a:t> do </a:t>
            </a:r>
            <a:r>
              <a:rPr lang="en-US" dirty="0" err="1" smtClean="0"/>
              <a:t>operacji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obrazach</a:t>
            </a:r>
            <a:endParaRPr lang="en-US" dirty="0" smtClean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pl-PL" dirty="0" smtClean="0"/>
              <a:t>• Bardzo </a:t>
            </a:r>
            <a:r>
              <a:rPr lang="pl-PL" dirty="0" err="1" smtClean="0"/>
              <a:t>szybk</a:t>
            </a:r>
            <a:r>
              <a:rPr lang="en-US" dirty="0"/>
              <a:t>a</a:t>
            </a:r>
            <a:r>
              <a:rPr lang="pl-PL" dirty="0" smtClean="0"/>
              <a:t> </a:t>
            </a:r>
            <a:r>
              <a:rPr lang="pl-PL" dirty="0"/>
              <a:t>i </a:t>
            </a:r>
            <a:r>
              <a:rPr lang="pl-PL" dirty="0" err="1" smtClean="0"/>
              <a:t>wydajn</a:t>
            </a:r>
            <a:r>
              <a:rPr lang="en-US" dirty="0" smtClean="0"/>
              <a:t>a</a:t>
            </a:r>
            <a:r>
              <a:rPr lang="pl-PL" dirty="0" smtClean="0"/>
              <a:t> </a:t>
            </a:r>
            <a:r>
              <a:rPr lang="pl-PL" dirty="0"/>
              <a:t>(napisana w C/C++)</a:t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Ogrom </a:t>
            </a:r>
            <a:r>
              <a:rPr lang="pl-PL" dirty="0"/>
              <a:t>funkcji do analizy i przetwarzania obrazów (filtry, detekcja, wizja komputerowa)</a:t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Działa </a:t>
            </a:r>
            <a:r>
              <a:rPr lang="pl-PL" dirty="0"/>
              <a:t>w wielu językach </a:t>
            </a:r>
            <a:r>
              <a:rPr lang="pl-PL" dirty="0" smtClean="0"/>
              <a:t>(</a:t>
            </a:r>
            <a:r>
              <a:rPr lang="en-US" dirty="0" err="1" smtClean="0"/>
              <a:t>np</a:t>
            </a:r>
            <a:r>
              <a:rPr lang="en-US" dirty="0" smtClean="0"/>
              <a:t>: </a:t>
            </a:r>
            <a:r>
              <a:rPr lang="pl-PL" dirty="0" err="1" smtClean="0"/>
              <a:t>Python</a:t>
            </a:r>
            <a:r>
              <a:rPr lang="pl-PL" dirty="0" smtClean="0"/>
              <a:t>)</a:t>
            </a:r>
            <a:r>
              <a:rPr lang="pl-PL" dirty="0"/>
              <a:t/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Sprawdzona </a:t>
            </a:r>
            <a:r>
              <a:rPr lang="pl-PL" dirty="0"/>
              <a:t>w projektach profesjonalnych i badawczych</a:t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Darmowa </a:t>
            </a:r>
            <a:r>
              <a:rPr lang="pl-PL" dirty="0"/>
              <a:t>i open-</a:t>
            </a:r>
            <a:r>
              <a:rPr lang="pl-PL" dirty="0" err="1"/>
              <a:t>source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2643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Numpy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09728" indent="0">
              <a:buNone/>
            </a:pPr>
            <a:r>
              <a:rPr lang="en-US" dirty="0" err="1" smtClean="0"/>
              <a:t>Numpy</a:t>
            </a:r>
            <a:r>
              <a:rPr lang="en-US" dirty="0" smtClean="0"/>
              <a:t> </a:t>
            </a:r>
            <a:r>
              <a:rPr lang="en-US" dirty="0" err="1" smtClean="0"/>
              <a:t>zostało</a:t>
            </a:r>
            <a:r>
              <a:rPr lang="en-US" dirty="0" smtClean="0"/>
              <a:t> </a:t>
            </a:r>
            <a:r>
              <a:rPr lang="en-US" dirty="0" err="1" smtClean="0"/>
              <a:t>wykorzystane</a:t>
            </a:r>
            <a:r>
              <a:rPr lang="en-US" dirty="0" smtClean="0"/>
              <a:t> </a:t>
            </a:r>
            <a:r>
              <a:rPr lang="en-US" dirty="0" err="1" smtClean="0"/>
              <a:t>jako</a:t>
            </a:r>
            <a:r>
              <a:rPr lang="en-US" dirty="0" smtClean="0"/>
              <a:t> </a:t>
            </a:r>
            <a:r>
              <a:rPr lang="en-US" dirty="0" err="1" smtClean="0"/>
              <a:t>biblioteka</a:t>
            </a:r>
            <a:r>
              <a:rPr lang="en-US" dirty="0" smtClean="0"/>
              <a:t> </a:t>
            </a:r>
            <a:r>
              <a:rPr lang="en-US" dirty="0" err="1" smtClean="0"/>
              <a:t>pomocnicza</a:t>
            </a:r>
            <a:r>
              <a:rPr lang="en-US" dirty="0" smtClean="0"/>
              <a:t> do </a:t>
            </a:r>
            <a:r>
              <a:rPr lang="en-US" dirty="0" err="1" smtClean="0"/>
              <a:t>operacji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obrazach</a:t>
            </a:r>
            <a:r>
              <a:rPr lang="en-US" dirty="0" smtClean="0"/>
              <a:t> w </a:t>
            </a:r>
            <a:r>
              <a:rPr lang="en-US" dirty="0" err="1" smtClean="0"/>
              <a:t>OpenCV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109728" indent="0">
              <a:buNone/>
            </a:pPr>
            <a:r>
              <a:rPr lang="pl-PL" dirty="0"/>
              <a:t>• </a:t>
            </a:r>
            <a:r>
              <a:rPr lang="pl-PL" dirty="0" smtClean="0"/>
              <a:t>Bardzo </a:t>
            </a:r>
            <a:r>
              <a:rPr lang="pl-PL" dirty="0"/>
              <a:t>szybkie operacje na tablicach (</a:t>
            </a:r>
            <a:r>
              <a:rPr lang="pl-PL" dirty="0" err="1"/>
              <a:t>wektoryzacja</a:t>
            </a:r>
            <a:r>
              <a:rPr lang="pl-PL" dirty="0"/>
              <a:t> zamiast pętli)</a:t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Idealny </a:t>
            </a:r>
            <a:r>
              <a:rPr lang="pl-PL" dirty="0"/>
              <a:t>do pracy na pikselach jako macierzach</a:t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Małe </a:t>
            </a:r>
            <a:r>
              <a:rPr lang="pl-PL" dirty="0"/>
              <a:t>zużycie pamięci i wysoka wydajność</a:t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Świetnie </a:t>
            </a:r>
            <a:r>
              <a:rPr lang="pl-PL" dirty="0"/>
              <a:t>współpracuje z </a:t>
            </a:r>
            <a:r>
              <a:rPr lang="pl-PL" dirty="0" err="1"/>
              <a:t>OpenCV</a:t>
            </a:r>
            <a:r>
              <a:rPr lang="pl-PL" dirty="0"/>
              <a:t> i innymi bibliotekami</a:t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Ułatwia </a:t>
            </a:r>
            <a:r>
              <a:rPr lang="pl-PL" dirty="0"/>
              <a:t>skomplikowane obliczenia matematyczne na obrazach</a:t>
            </a:r>
          </a:p>
        </p:txBody>
      </p:sp>
    </p:spTree>
    <p:extLst>
      <p:ext uri="{BB962C8B-B14F-4D97-AF65-F5344CB8AC3E}">
        <p14:creationId xmlns:p14="http://schemas.microsoft.com/office/powerpoint/2010/main" val="409591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Matplotlib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09728" indent="0">
              <a:buNone/>
            </a:pPr>
            <a:r>
              <a:rPr lang="en-US" dirty="0" err="1" smtClean="0"/>
              <a:t>Matplotlib</a:t>
            </a:r>
            <a:r>
              <a:rPr lang="en-US" dirty="0" smtClean="0"/>
              <a:t> </a:t>
            </a:r>
            <a:r>
              <a:rPr lang="en-US" dirty="0" err="1" smtClean="0"/>
              <a:t>zostało</a:t>
            </a:r>
            <a:r>
              <a:rPr lang="en-US" dirty="0" smtClean="0"/>
              <a:t> </a:t>
            </a:r>
            <a:r>
              <a:rPr lang="en-US" dirty="0" err="1" smtClean="0"/>
              <a:t>wykorzystane</a:t>
            </a:r>
            <a:r>
              <a:rPr lang="en-US" dirty="0" smtClean="0"/>
              <a:t> do </a:t>
            </a:r>
            <a:r>
              <a:rPr lang="en-US" dirty="0" err="1" smtClean="0"/>
              <a:t>wizualizacji</a:t>
            </a:r>
            <a:r>
              <a:rPr lang="en-US" dirty="0" smtClean="0"/>
              <a:t> </a:t>
            </a:r>
            <a:r>
              <a:rPr lang="en-US" dirty="0" err="1" smtClean="0"/>
              <a:t>wyników</a:t>
            </a:r>
            <a:r>
              <a:rPr lang="en-US" dirty="0" smtClean="0"/>
              <a:t> </a:t>
            </a:r>
            <a:r>
              <a:rPr lang="en-US" dirty="0" err="1" smtClean="0"/>
              <a:t>operacji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zdjęciach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109728" indent="0">
              <a:buNone/>
            </a:pPr>
            <a:r>
              <a:rPr lang="pl-PL" dirty="0"/>
              <a:t>• </a:t>
            </a:r>
            <a:r>
              <a:rPr lang="pl-PL" dirty="0" smtClean="0"/>
              <a:t>Łatwe </a:t>
            </a:r>
            <a:r>
              <a:rPr lang="pl-PL" dirty="0"/>
              <a:t>wyświetlanie obrazów na każdym etapie przetwarzania</a:t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Szybkie </a:t>
            </a:r>
            <a:r>
              <a:rPr lang="pl-PL" dirty="0"/>
              <a:t>porównywanie oryginału i zmodyfikowanych wersji</a:t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Obsługa </a:t>
            </a:r>
            <a:r>
              <a:rPr lang="pl-PL" dirty="0"/>
              <a:t>różnych formatów i przestrzeni kolorów</a:t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Przydatna </a:t>
            </a:r>
            <a:r>
              <a:rPr lang="pl-PL" dirty="0"/>
              <a:t>do debugowania algorytmów na obrazach</a:t>
            </a:r>
            <a:br>
              <a:rPr lang="pl-PL" dirty="0"/>
            </a:br>
            <a:r>
              <a:rPr lang="pl-PL" dirty="0"/>
              <a:t>• </a:t>
            </a:r>
            <a:r>
              <a:rPr lang="pl-PL" dirty="0" smtClean="0"/>
              <a:t>Pozwala </a:t>
            </a:r>
            <a:r>
              <a:rPr lang="pl-PL" dirty="0"/>
              <a:t>wizualnie ocenić efekty operacji</a:t>
            </a:r>
          </a:p>
        </p:txBody>
      </p:sp>
    </p:spTree>
    <p:extLst>
      <p:ext uri="{BB962C8B-B14F-4D97-AF65-F5344CB8AC3E}">
        <p14:creationId xmlns:p14="http://schemas.microsoft.com/office/powerpoint/2010/main" val="3136590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Omawiane</a:t>
            </a:r>
            <a:r>
              <a:rPr lang="en-US" dirty="0" smtClean="0"/>
              <a:t> </a:t>
            </a:r>
            <a:r>
              <a:rPr lang="en-US" dirty="0" err="1" smtClean="0"/>
              <a:t>zdjęcia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smtClean="0"/>
              <a:t>               BDD                                          BCNW</a:t>
            </a:r>
            <a:endParaRPr lang="en-US" dirty="0"/>
          </a:p>
          <a:p>
            <a:pPr marL="109728" indent="0">
              <a:buNone/>
            </a:pPr>
            <a:r>
              <a:rPr lang="en-US" dirty="0" smtClean="0"/>
              <a:t>Boron Doped diamond            Boron doped carbon 						</a:t>
            </a:r>
            <a:r>
              <a:rPr lang="en-US" dirty="0" err="1" smtClean="0"/>
              <a:t>nanowall</a:t>
            </a:r>
            <a:r>
              <a:rPr lang="en-US" dirty="0" smtClean="0"/>
              <a:t>            </a:t>
            </a:r>
            <a:endParaRPr lang="en-US" dirty="0"/>
          </a:p>
          <a:p>
            <a:pPr marL="109728" indent="0">
              <a:buNone/>
            </a:pPr>
            <a:endParaRPr lang="en-US" dirty="0" smtClean="0"/>
          </a:p>
          <a:p>
            <a:pPr marL="109728" indent="0">
              <a:buNone/>
            </a:pPr>
            <a:r>
              <a:rPr lang="en-US" dirty="0" smtClean="0"/>
              <a:t>                                                </a:t>
            </a:r>
            <a:endParaRPr lang="pl-PL" dirty="0"/>
          </a:p>
        </p:txBody>
      </p:sp>
      <p:pic>
        <p:nvPicPr>
          <p:cNvPr id="1026" name="Picture 2" descr="D:\projekt_grupowy\BDD\Standard\2911_001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645024"/>
            <a:ext cx="2952328" cy="271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projekt_grupowy\BCNW\Standard\4075_007.t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645024"/>
            <a:ext cx="2952328" cy="2719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487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Przykładowy</a:t>
            </a:r>
            <a:r>
              <a:rPr lang="en-US" dirty="0" smtClean="0"/>
              <a:t> </a:t>
            </a:r>
            <a:r>
              <a:rPr lang="en-US" dirty="0" err="1" smtClean="0"/>
              <a:t>algorytm</a:t>
            </a:r>
            <a:r>
              <a:rPr lang="en-US" dirty="0" smtClean="0"/>
              <a:t> do </a:t>
            </a:r>
            <a:r>
              <a:rPr lang="en-US" dirty="0" err="1" smtClean="0"/>
              <a:t>wykrywania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pl-PL" dirty="0"/>
              <a:t>Algorytm </a:t>
            </a:r>
            <a:r>
              <a:rPr lang="pl-PL" dirty="0" smtClean="0"/>
              <a:t>TMS </a:t>
            </a:r>
            <a:r>
              <a:rPr lang="pl-PL" dirty="0"/>
              <a:t>(</a:t>
            </a:r>
            <a:r>
              <a:rPr lang="pl-PL" dirty="0" err="1"/>
              <a:t>Threshold-Morphology</a:t>
            </a:r>
            <a:r>
              <a:rPr lang="pl-PL" dirty="0"/>
              <a:t> </a:t>
            </a:r>
            <a:r>
              <a:rPr lang="pl-PL" dirty="0" err="1"/>
              <a:t>Segmentation</a:t>
            </a:r>
            <a:r>
              <a:rPr lang="pl-PL" dirty="0" smtClean="0"/>
              <a:t>)</a:t>
            </a:r>
            <a:endParaRPr lang="en-US" dirty="0" smtClean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en-US" dirty="0" err="1" smtClean="0"/>
              <a:t>Algorytm</a:t>
            </a:r>
            <a:r>
              <a:rPr lang="en-US" dirty="0" smtClean="0"/>
              <a:t> </a:t>
            </a:r>
            <a:r>
              <a:rPr lang="pl-PL" dirty="0" smtClean="0"/>
              <a:t>przekształca </a:t>
            </a:r>
            <a:r>
              <a:rPr lang="pl-PL" dirty="0"/>
              <a:t>obraz mikroskopowy w czarno-białą maskę (progowanie), czyści ją z szumów i rozdziela sklejone obiekty (operacje morfologiczne), a następnie znajduje kontury wszystkich białych obszarów i je zlicza</a:t>
            </a:r>
          </a:p>
          <a:p>
            <a:pPr marL="109728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53251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Wynik</a:t>
            </a:r>
            <a:r>
              <a:rPr lang="en-US" dirty="0" smtClean="0"/>
              <a:t> </a:t>
            </a:r>
            <a:r>
              <a:rPr lang="en-US" dirty="0" err="1" smtClean="0"/>
              <a:t>działania</a:t>
            </a:r>
            <a:r>
              <a:rPr lang="en-US" dirty="0" smtClean="0"/>
              <a:t> </a:t>
            </a:r>
            <a:r>
              <a:rPr lang="en-US" dirty="0" err="1" smtClean="0"/>
              <a:t>algorytm</a:t>
            </a:r>
            <a:r>
              <a:rPr lang="en-US" dirty="0" smtClean="0"/>
              <a:t> TMS</a:t>
            </a:r>
            <a:endParaRPr lang="pl-PL" dirty="0"/>
          </a:p>
        </p:txBody>
      </p:sp>
      <p:pic>
        <p:nvPicPr>
          <p:cNvPr id="2050" name="Picture 2" descr="C:\Users\nikod\Downloads\imag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56992"/>
            <a:ext cx="2664296" cy="244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nikod\Downloads\image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323160"/>
            <a:ext cx="2873661" cy="2474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nikod\Downloads\image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5" y="3323160"/>
            <a:ext cx="2836671" cy="244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01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 </a:t>
            </a:r>
            <a:r>
              <a:rPr lang="en-US" dirty="0" err="1" smtClean="0"/>
              <a:t>pracy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kolejny</a:t>
            </a:r>
            <a:r>
              <a:rPr lang="en-US" dirty="0" smtClean="0"/>
              <a:t> </a:t>
            </a:r>
            <a:r>
              <a:rPr lang="en-US" dirty="0" err="1" smtClean="0"/>
              <a:t>semestr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Integracja</a:t>
            </a:r>
            <a:r>
              <a:rPr lang="en-US" dirty="0" smtClean="0"/>
              <a:t> </a:t>
            </a:r>
            <a:r>
              <a:rPr lang="en-US" dirty="0" err="1" smtClean="0"/>
              <a:t>aplikacji</a:t>
            </a:r>
            <a:r>
              <a:rPr lang="en-US" dirty="0" smtClean="0"/>
              <a:t> </a:t>
            </a:r>
            <a:r>
              <a:rPr lang="en-US" dirty="0" err="1" smtClean="0"/>
              <a:t>wpf</a:t>
            </a:r>
            <a:r>
              <a:rPr lang="en-US" dirty="0" smtClean="0"/>
              <a:t> </a:t>
            </a:r>
            <a:r>
              <a:rPr lang="en-US" dirty="0" err="1" smtClean="0"/>
              <a:t>ze</a:t>
            </a:r>
            <a:r>
              <a:rPr lang="en-US" dirty="0" smtClean="0"/>
              <a:t> </a:t>
            </a:r>
            <a:r>
              <a:rPr lang="en-US" dirty="0" err="1" smtClean="0"/>
              <a:t>skryptami</a:t>
            </a:r>
            <a:r>
              <a:rPr lang="en-US" dirty="0" smtClean="0"/>
              <a:t> python</a:t>
            </a:r>
          </a:p>
          <a:p>
            <a:r>
              <a:rPr lang="en-US" dirty="0" err="1"/>
              <a:t>D</a:t>
            </a:r>
            <a:r>
              <a:rPr lang="en-US" dirty="0" err="1" smtClean="0"/>
              <a:t>odanie</a:t>
            </a:r>
            <a:r>
              <a:rPr lang="en-US" dirty="0" smtClean="0"/>
              <a:t> </a:t>
            </a:r>
            <a:r>
              <a:rPr lang="en-US" dirty="0" err="1" smtClean="0"/>
              <a:t>kolejnych</a:t>
            </a:r>
            <a:r>
              <a:rPr lang="en-US" dirty="0" smtClean="0"/>
              <a:t> </a:t>
            </a:r>
            <a:r>
              <a:rPr lang="en-US" dirty="0" err="1" smtClean="0"/>
              <a:t>metod</a:t>
            </a:r>
            <a:r>
              <a:rPr lang="en-US" dirty="0" smtClean="0"/>
              <a:t> </a:t>
            </a:r>
            <a:r>
              <a:rPr lang="en-US" dirty="0" err="1" smtClean="0"/>
              <a:t>wykrywania</a:t>
            </a:r>
            <a:r>
              <a:rPr lang="en-US" dirty="0" smtClean="0"/>
              <a:t> </a:t>
            </a:r>
            <a:r>
              <a:rPr lang="en-US" dirty="0" err="1" smtClean="0"/>
              <a:t>cienkich</a:t>
            </a:r>
            <a:r>
              <a:rPr lang="en-US" dirty="0" smtClean="0"/>
              <a:t> </a:t>
            </a:r>
            <a:r>
              <a:rPr lang="en-US" dirty="0" err="1" smtClean="0"/>
              <a:t>warstw</a:t>
            </a:r>
            <a:r>
              <a:rPr lang="en-US" dirty="0" smtClean="0"/>
              <a:t> </a:t>
            </a:r>
            <a:r>
              <a:rPr lang="en-US" dirty="0" err="1" smtClean="0"/>
              <a:t>diamentowych</a:t>
            </a:r>
            <a:r>
              <a:rPr lang="en-US" dirty="0" smtClean="0"/>
              <a:t> w </a:t>
            </a:r>
            <a:r>
              <a:rPr lang="en-US" dirty="0" err="1" smtClean="0"/>
              <a:t>skali</a:t>
            </a:r>
            <a:r>
              <a:rPr lang="en-US" dirty="0" smtClean="0"/>
              <a:t> </a:t>
            </a:r>
            <a:r>
              <a:rPr lang="en-US" dirty="0" err="1" smtClean="0"/>
              <a:t>szarości</a:t>
            </a:r>
            <a:endParaRPr lang="en-US" dirty="0" smtClean="0"/>
          </a:p>
          <a:p>
            <a:r>
              <a:rPr lang="en-US" dirty="0" err="1" smtClean="0"/>
              <a:t>Umożliwienie</a:t>
            </a:r>
            <a:r>
              <a:rPr lang="en-US" dirty="0" smtClean="0"/>
              <a:t> </a:t>
            </a:r>
            <a:r>
              <a:rPr lang="en-US" dirty="0" err="1" smtClean="0"/>
              <a:t>użytkownikowi</a:t>
            </a:r>
            <a:r>
              <a:rPr lang="en-US" dirty="0" smtClean="0"/>
              <a:t> </a:t>
            </a:r>
            <a:r>
              <a:rPr lang="en-US" dirty="0" err="1" smtClean="0"/>
              <a:t>dodawania</a:t>
            </a:r>
            <a:r>
              <a:rPr lang="en-US" dirty="0" smtClean="0"/>
              <a:t> </a:t>
            </a:r>
            <a:r>
              <a:rPr lang="en-US" dirty="0" err="1" smtClean="0"/>
              <a:t>własnych</a:t>
            </a:r>
            <a:r>
              <a:rPr lang="en-US" dirty="0" smtClean="0"/>
              <a:t> </a:t>
            </a:r>
            <a:r>
              <a:rPr lang="en-US" dirty="0" err="1" smtClean="0"/>
              <a:t>skryptów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81462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395536" y="3068960"/>
            <a:ext cx="8229600" cy="1069848"/>
          </a:xfrm>
        </p:spPr>
        <p:txBody>
          <a:bodyPr/>
          <a:lstStyle/>
          <a:p>
            <a:r>
              <a:rPr lang="en-US" dirty="0" err="1" smtClean="0"/>
              <a:t>Dziękujemy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uwagę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579591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elkomiejski">
  <a:themeElements>
    <a:clrScheme name="Wielkomiejski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Wielkomiejski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Wielkomiejski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66</TotalTime>
  <Words>260</Words>
  <Application>Microsoft Office PowerPoint</Application>
  <PresentationFormat>Pokaz na ekranie (4:3)</PresentationFormat>
  <Paragraphs>57</Paragraphs>
  <Slides>13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4" baseType="lpstr">
      <vt:lpstr>Wielkomiejski</vt:lpstr>
      <vt:lpstr>Aplikacja lokalna do analizy obrazów</vt:lpstr>
      <vt:lpstr>Wprowadzenie do projektu</vt:lpstr>
      <vt:lpstr>Technologie użyte w projekcie</vt:lpstr>
      <vt:lpstr>.NET WPF</vt:lpstr>
      <vt:lpstr>Python</vt:lpstr>
      <vt:lpstr>Biblioteka OpenCV</vt:lpstr>
      <vt:lpstr>Numpy</vt:lpstr>
      <vt:lpstr>Matplotlib</vt:lpstr>
      <vt:lpstr>Omawiane zdjęcia</vt:lpstr>
      <vt:lpstr>Przykładowy algorytm do wykrywania</vt:lpstr>
      <vt:lpstr>Wynik działania algorytm TMS</vt:lpstr>
      <vt:lpstr>Plan pracy na kolejny semestr</vt:lpstr>
      <vt:lpstr>Dziękujemy za uwagę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Aplikacja lokalna do analizy obrazów</dc:title>
  <dc:creator>Nikodem Falkowski</dc:creator>
  <cp:lastModifiedBy>Nikodem Falkowski</cp:lastModifiedBy>
  <cp:revision>6</cp:revision>
  <dcterms:created xsi:type="dcterms:W3CDTF">2026-01-28T15:31:39Z</dcterms:created>
  <dcterms:modified xsi:type="dcterms:W3CDTF">2026-01-28T16:37:54Z</dcterms:modified>
</cp:coreProperties>
</file>